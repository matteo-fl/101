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Слайд 1: Стратегия цифровизации малого бизнеса в РФ на 2025-2027 годы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Ключевые тезисы, адаптированные под стиль 'Современный' и тон 'Профессиональный'.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Слайд 2: Стратегия цифровизации малого бизнеса в РФ на 2025-2027 годы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Ключевые тезисы, адаптированные под стиль 'Современный' и тон 'Профессиональный'.</a:t>
            </a:r>
          </a:p>
        </p:txBody>
      </p:sp>
      <p:pic>
        <p:nvPicPr>
          <p:cNvPr id="5" name="Picture 4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Слайд 3: Стратегия цифровизации малого бизнеса в РФ на 2025-2027 годы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Ключевые тезисы, адаптированные под стиль 'Современный' и тон 'Профессиональный'.</a:t>
            </a:r>
          </a:p>
        </p:txBody>
      </p:sp>
      <p:pic>
        <p:nvPicPr>
          <p:cNvPr id="5" name="Picture 4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Слайд 4: Стратегия цифровизации малого бизнеса в РФ на 2025-2027 годы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Ключевые тезисы, адаптированные под стиль 'Современный' и тон 'Профессиональный'.</a:t>
            </a:r>
          </a:p>
        </p:txBody>
      </p:sp>
      <p:pic>
        <p:nvPicPr>
          <p:cNvPr id="5" name="Picture 4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CC"/>
                </a:solidFill>
              </a:defRPr>
            </a:pPr>
            <a:r>
              <a:t>Слайд 5: Стратегия цифровизации малого бизнеса в РФ на 2025-2027 годы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Ключевые тезисы, адаптированные под стиль 'Современный' и тон 'Профессиональный'.</a:t>
            </a:r>
          </a:p>
        </p:txBody>
      </p:sp>
      <p:pic>
        <p:nvPicPr>
          <p:cNvPr id="5" name="Picture 4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